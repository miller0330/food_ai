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612880" cy="12252960"/>
  <p:notesSz cx="12252960" cy="116128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126480" cy="3154680"/>
          </a:xfrm>
          <a:prstGeom prst="rect">
            <a:avLst/>
          </a:prstGeom>
          <a:ln w="12700">
            <a:solidFill>
              <a:srgbClr val="D4D4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468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啟動與設定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85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python3 main.py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手動啟動，選配 RISCV_MEAL100、RISCV_LLM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685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內建伺服器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監聽 :5000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1115568"/>
            <a:ext cx="4572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54096" y="7315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731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hal/selector.py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預設平台 riscv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21945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platforms/riscv/__init__.py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create：組出 LLM 與偵測器設定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2624328"/>
            <a:ext cx="4572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54096" y="22585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54096" y="2258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68580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685800"/>
            <a:ext cx="2560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手機／電腦：送出照片與讀取結果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11064240" cy="4754880"/>
          </a:xfrm>
          <a:prstGeom prst="rect">
            <a:avLst/>
          </a:prstGeom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3675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網站（板子上）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路由與辨識流程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41148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6888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food_logic.py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營養計算、框線資料、非同步建議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18320" y="4114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templates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index／result.html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468880" y="562356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2468880" y="562356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nutrition_data*.json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類與 100 類營養資料庫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18320" y="56235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418320" y="562356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static/vendor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Bootstrap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1115568"/>
            <a:ext cx="73152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115568"/>
            <a:ext cx="0" cy="2999232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86500" y="256032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86500" y="2560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app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063240"/>
            <a:ext cx="0" cy="45720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0" y="3520440"/>
            <a:ext cx="9144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400800" y="352044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83380" y="33832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83380" y="3383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get_platform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09760" y="1554480"/>
            <a:ext cx="0" cy="1645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8138160" y="3200400"/>
            <a:ext cx="13716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200400"/>
            <a:ext cx="0" cy="9144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72400" y="27432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 /detect、/detect100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10607040" y="1554480"/>
            <a:ext cx="0" cy="25603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898380" y="2697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9838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HTML 回應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5394960" y="4572000"/>
            <a:ext cx="64008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303520" y="41788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03520" y="4178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營養計算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778240" y="4572000"/>
            <a:ext cx="64008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778240" y="41788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78240" y="4178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V="1">
            <a:off x="3931920" y="502920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657600" y="51937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576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 flipV="1">
            <a:off x="10332720" y="502920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058400" y="51937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584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06640" y="5029200"/>
            <a:ext cx="0" cy="15544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09460" y="589788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109460" y="5897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91640" y="6583680"/>
            <a:ext cx="8366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9164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16586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6586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類偵測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類偵測（torch，CPU）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69164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9728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9728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載入模型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720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detectv2_torch.pt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類模型檔（CPU）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448056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566160" y="67665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566160" y="6766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類偵測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4612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24612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platforms/riscv/detector100.py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類偵測（選配）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48056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88620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88620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載入並推論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4612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24612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best.torchscript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YOLO11s 512px，CPU 約 10 秒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26948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74370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74370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讀取重量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03504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03504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WeightSensor.py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磅秤讀值（選配）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726948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667512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67512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序列讀值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03504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03504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CT1 磅秤 + HX711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序列 /dev/ttyUSB1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1005840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953262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53262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82396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82396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platforms/riscv/llm_advisor.py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建議（非同步）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1005840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946404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46404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提示詞／回答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82396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82396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llama-cli-new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llama.cpp riscv64 子程序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10058400" y="10287000"/>
            <a:ext cx="0" cy="6858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9601200" y="10488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601200" y="10488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載入模型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823960" y="1097280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823960" y="1097280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Qwen2.5-0.5B .gguf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9 秒（選配 Gemma 約 20 分）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2026-10-13T07:38:22Z</dcterms:created>
  <dcterms:modified xsi:type="dcterms:W3CDTF">2026-10-13T07:38:22Z</dcterms:modified>
</cp:coreProperties>
</file>