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612880" cy="12252960"/>
  <p:notesSz cx="12252960" cy="116128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126480" cy="3154680"/>
          </a:xfrm>
          <a:prstGeom prst="rect">
            <a:avLst/>
          </a:prstGeom>
          <a:ln w="12700">
            <a:solidFill>
              <a:srgbClr val="D4D4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468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啟動與設定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85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riv-foodai.service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systemd 開機啟動、PLATFORM=matrix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6858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68580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gunicorn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worker × 4 執行緒、:5000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1115568"/>
            <a:ext cx="4572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54096" y="73152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731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1945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hal/selector.py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PLATFORM 選擇平台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66160" y="21945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2194560"/>
            <a:ext cx="2651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platforms/matrix/__init__.py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create：組出 LLM 與偵測器設定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2624328"/>
            <a:ext cx="4572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54096" y="22585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54096" y="22585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68580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0" y="685800"/>
            <a:ext cx="2560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手機／電腦：送出照片與讀取結果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11064240" cy="4754880"/>
          </a:xfrm>
          <a:prstGeom prst="rect">
            <a:avLst/>
          </a:prstGeom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3675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Flask 網站（板子上）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路由與辨識流程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0" y="41148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6888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food_logic.py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營養計算、框線資料、非同步建議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18320" y="41148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templates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index／result.html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468880" y="562356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2468880" y="5623560"/>
            <a:ext cx="2926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nutrition_data*.json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類與 100 類營養資料庫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18320" y="562356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418320" y="562356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static/vendor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 Bootstrap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1115568"/>
            <a:ext cx="73152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1115568"/>
            <a:ext cx="0" cy="2999232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86500" y="256032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86500" y="2560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main:app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3063240"/>
            <a:ext cx="0" cy="45720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86400" y="3520440"/>
            <a:ext cx="9144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400800" y="352044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83380" y="33832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83380" y="3383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get_platform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09760" y="1554480"/>
            <a:ext cx="0" cy="16459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8138160" y="3200400"/>
            <a:ext cx="137160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3200400"/>
            <a:ext cx="0" cy="91440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772400" y="274320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 /detect、/detect100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V="1">
            <a:off x="10607040" y="1554480"/>
            <a:ext cx="0" cy="25603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898380" y="26974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9838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 HTML 回應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>
            <a:off x="5394960" y="4572000"/>
            <a:ext cx="64008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303520" y="41788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03520" y="41788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營養計算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778240" y="4572000"/>
            <a:ext cx="64008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778240" y="417880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778240" y="4178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V="1">
            <a:off x="3931920" y="502920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657600" y="519379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657600" y="5193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 flipV="1">
            <a:off x="10332720" y="5029200"/>
            <a:ext cx="0" cy="59436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058400" y="519379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58400" y="5193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06640" y="5029200"/>
            <a:ext cx="0" cy="15544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09460" y="5897880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109460" y="5897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691640" y="6583680"/>
            <a:ext cx="8366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9164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16586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6586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類偵測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類偵測（torch，CPU）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169164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9728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9728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載入模型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5720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detectv2_torch.pt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類模型檔（CPU）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448056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566160" y="67665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566160" y="6766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類偵測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4612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24612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platforms/matrix/detector100.py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類偵測呼叫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48056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611880" y="87325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611880" y="8732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傳圖片路徑／回傳框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4612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24612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matrixrt_yolod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常駐程式（C++，/data/yolod）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4480560" y="10287000"/>
            <a:ext cx="0" cy="68580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023360" y="104881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023360" y="10488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NPU 推論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246120" y="1097280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246120" y="1097280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NPU：YOLO11s 512px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單張約 22 ms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726948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674370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74370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讀取重量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03504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03504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WeightSensor.py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磅秤讀值（選配）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726948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667512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667512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序列讀值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03504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03504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CT1 磅秤 + HX711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 序列 /dev/ttyUSB1</a:t>
            </a:r>
            <a:endParaRPr lang="en-US" sz="1150" dirty="0"/>
          </a:p>
        </p:txBody>
      </p:sp>
      <p:sp>
        <p:nvSpPr>
          <p:cNvPr id="100" name="Shape 98"/>
          <p:cNvSpPr/>
          <p:nvPr/>
        </p:nvSpPr>
        <p:spPr>
          <a:xfrm>
            <a:off x="10058400" y="6583680"/>
            <a:ext cx="0" cy="64008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9532620" y="67665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532620" y="6766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建議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823960" y="722376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823960" y="722376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platforms/matrix/llm_advisor.py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建議（非同步）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10058400" y="8321040"/>
            <a:ext cx="0" cy="96012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9464040" y="8732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464040" y="8732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問題／回答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823960" y="92811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823960" y="9281160"/>
            <a:ext cx="2468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MatriXRT-llm-cli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常駐子程序（Gemma 4 E4B）</a:t>
            </a:r>
            <a:endParaRPr lang="en-US" sz="1150" dirty="0"/>
          </a:p>
        </p:txBody>
      </p:sp>
      <p:sp>
        <p:nvSpPr>
          <p:cNvPr id="110" name="Shape 108"/>
          <p:cNvSpPr/>
          <p:nvPr/>
        </p:nvSpPr>
        <p:spPr>
          <a:xfrm>
            <a:off x="10058400" y="10287000"/>
            <a:ext cx="0" cy="685800"/>
          </a:xfrm>
          <a:prstGeom prst="line">
            <a:avLst/>
          </a:prstGeom>
          <a:noFill/>
          <a:ln w="12700">
            <a:solidFill>
              <a:srgbClr val="8A8A8A"/>
            </a:solidFill>
            <a:prstDash val="solid"/>
            <a:headEnd type="triangl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9601200" y="1048816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601200" y="10488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NPU 推論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8823960" y="1097280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823960" y="1097280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NPU：Gemma 4 E4B</a:t>
            </a:r>
            <a:endParaRPr lang="en-US" sz="115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一次建議約 32 秒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2026-10-13T07:38:22Z</dcterms:created>
  <dcterms:modified xsi:type="dcterms:W3CDTF">2026-10-13T07:38:22Z</dcterms:modified>
</cp:coreProperties>
</file>